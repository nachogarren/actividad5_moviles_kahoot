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409" r:id="rId3"/>
    <p:sldId id="375" r:id="rId4"/>
    <p:sldId id="385" r:id="rId5"/>
    <p:sldId id="41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880604-6914-4CC4-B0E1-43A0D407331B}" v="2" dt="2026-02-05T14:57:50.0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9E0CF-7C77-42C9-8DB8-9309E7BFFF57}" type="datetimeFigureOut">
              <a:rPr lang="ca-ES" smtClean="0"/>
              <a:t>27/2/2026</a:t>
            </a:fld>
            <a:endParaRPr lang="ca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a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3878D-724A-4641-9472-FD9D30C35ADD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135147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" altLang="es-ES"/>
          </a:p>
        </p:txBody>
      </p:sp>
      <p:sp>
        <p:nvSpPr>
          <p:cNvPr id="6148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85372" indent="-302066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08265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91571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4878" indent="-24165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75397D2-6195-48CB-8E9E-29C6555BF34E}" type="slidenum">
              <a:rPr lang="es-ES" altLang="es-ES" smtClean="0"/>
              <a:pPr/>
              <a:t>2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719384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8193" y="1344305"/>
            <a:ext cx="9638646" cy="2387600"/>
          </a:xfrm>
        </p:spPr>
        <p:txBody>
          <a:bodyPr anchor="b"/>
          <a:lstStyle>
            <a:lvl1pPr algn="l">
              <a:defRPr sz="4400">
                <a:solidFill>
                  <a:srgbClr val="004E9A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8193" y="3731906"/>
            <a:ext cx="9029046" cy="982138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83838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D916A99-4E67-4EE0-8D7D-880C2C5C58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8194" y="5254858"/>
            <a:ext cx="4632779" cy="1474787"/>
          </a:xfrm>
          <a:noFill/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rgbClr val="FFFFFF"/>
                </a:solidFill>
              </a:defRPr>
            </a:lvl1pPr>
            <a:lvl5pPr marL="1828800" indent="0">
              <a:lnSpc>
                <a:spcPct val="100000"/>
              </a:lnSpc>
              <a:buNone/>
              <a:defRPr sz="1600">
                <a:solidFill>
                  <a:srgbClr val="FFFFFF"/>
                </a:solidFill>
              </a:defRPr>
            </a:lvl5pPr>
          </a:lstStyle>
          <a:p>
            <a:pPr>
              <a:lnSpc>
                <a:spcPct val="150000"/>
              </a:lnSpc>
            </a:pPr>
            <a:r>
              <a:rPr lang="ca-ES">
                <a:solidFill>
                  <a:srgbClr val="838383"/>
                </a:solidFill>
              </a:rPr>
              <a:t>AUTOR DEL DOCUMENTO </a:t>
            </a:r>
          </a:p>
          <a:p>
            <a:pPr>
              <a:lnSpc>
                <a:spcPct val="150000"/>
              </a:lnSpc>
            </a:pPr>
            <a:r>
              <a:rPr lang="ca-ES" err="1">
                <a:solidFill>
                  <a:srgbClr val="838383"/>
                </a:solidFill>
              </a:rPr>
              <a:t>Asignatura</a:t>
            </a:r>
            <a:r>
              <a:rPr lang="ca-ES">
                <a:solidFill>
                  <a:srgbClr val="838383"/>
                </a:solidFill>
              </a:rPr>
              <a:t> del documento </a:t>
            </a:r>
          </a:p>
          <a:p>
            <a:pPr>
              <a:lnSpc>
                <a:spcPct val="150000"/>
              </a:lnSpc>
            </a:pPr>
            <a:r>
              <a:rPr lang="ca-ES" err="1">
                <a:solidFill>
                  <a:srgbClr val="838383"/>
                </a:solidFill>
              </a:rPr>
              <a:t>Fecha</a:t>
            </a:r>
            <a:r>
              <a:rPr lang="ca-ES">
                <a:solidFill>
                  <a:srgbClr val="838383"/>
                </a:solidFill>
              </a:rPr>
              <a:t> de </a:t>
            </a:r>
            <a:r>
              <a:rPr lang="ca-ES" err="1">
                <a:solidFill>
                  <a:srgbClr val="838383"/>
                </a:solidFill>
              </a:rPr>
              <a:t>elaboración</a:t>
            </a:r>
            <a:endParaRPr lang="es-ES">
              <a:solidFill>
                <a:srgbClr val="838383"/>
              </a:solidFill>
            </a:endParaRPr>
          </a:p>
          <a:p>
            <a:pPr lvl="4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5186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CA7C69CD-A5B3-4FC4-B8E5-B65D0C6B43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tema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80658DE3-2342-4DBF-AE04-5731FAB373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74936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8DBCBE1F-F9EE-490B-8A51-BE63E919AE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tema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BA6256E9-0408-4123-86DA-F581F616EA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3911555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866779"/>
            <a:ext cx="10515600" cy="81438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10" name="Marcador de texto 7">
            <a:extLst>
              <a:ext uri="{FF2B5EF4-FFF2-40B4-BE49-F238E27FC236}">
                <a16:creationId xmlns:a16="http://schemas.microsoft.com/office/drawing/2014/main" id="{6806BCC8-FED1-48C3-A239-01EAA1183F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tema</a:t>
            </a:r>
          </a:p>
        </p:txBody>
      </p:sp>
      <p:sp>
        <p:nvSpPr>
          <p:cNvPr id="11" name="Marcador de texto 7">
            <a:extLst>
              <a:ext uri="{FF2B5EF4-FFF2-40B4-BE49-F238E27FC236}">
                <a16:creationId xmlns:a16="http://schemas.microsoft.com/office/drawing/2014/main" id="{A6975A3D-E158-4E26-8254-10AEEA918C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36718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6" name="Marcador de texto 7">
            <a:extLst>
              <a:ext uri="{FF2B5EF4-FFF2-40B4-BE49-F238E27FC236}">
                <a16:creationId xmlns:a16="http://schemas.microsoft.com/office/drawing/2014/main" id="{45F7DEDC-92E8-4AB7-885B-E03AB0C4F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tema</a:t>
            </a:r>
          </a:p>
        </p:txBody>
      </p:sp>
      <p:sp>
        <p:nvSpPr>
          <p:cNvPr id="7" name="Marcador de texto 7">
            <a:extLst>
              <a:ext uri="{FF2B5EF4-FFF2-40B4-BE49-F238E27FC236}">
                <a16:creationId xmlns:a16="http://schemas.microsoft.com/office/drawing/2014/main" id="{55410DE9-6B68-42DF-B5C7-3612C932C6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2591762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Marcador de texto 7">
            <a:extLst>
              <a:ext uri="{FF2B5EF4-FFF2-40B4-BE49-F238E27FC236}">
                <a16:creationId xmlns:a16="http://schemas.microsoft.com/office/drawing/2014/main" id="{60C0FD65-FD87-4A89-A18B-AAC38AD67E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tema</a:t>
            </a:r>
          </a:p>
        </p:txBody>
      </p:sp>
      <p:sp>
        <p:nvSpPr>
          <p:cNvPr id="6" name="Marcador de texto 7">
            <a:extLst>
              <a:ext uri="{FF2B5EF4-FFF2-40B4-BE49-F238E27FC236}">
                <a16:creationId xmlns:a16="http://schemas.microsoft.com/office/drawing/2014/main" id="{5CA99008-5AD7-4E48-B719-D67D9E2889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4018209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987427"/>
            <a:ext cx="3932238" cy="10699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564AD844-721D-4E8E-807B-CE109D5A7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tema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6DB55C13-6F34-4397-B394-424830AC06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343089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987427"/>
            <a:ext cx="3932238" cy="10699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8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F8A3CE7B-7A0A-4B0A-9220-CAE7DA8A0F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38383"/>
                </a:solidFill>
                <a:latin typeface="+mj-lt"/>
              </a:defRPr>
            </a:lvl1pPr>
            <a:lvl2pPr>
              <a:defRPr sz="1800">
                <a:solidFill>
                  <a:srgbClr val="838383"/>
                </a:solidFill>
              </a:defRPr>
            </a:lvl2pPr>
            <a:lvl3pPr>
              <a:defRPr sz="1600">
                <a:solidFill>
                  <a:srgbClr val="838383"/>
                </a:solidFill>
              </a:defRPr>
            </a:lvl3pPr>
            <a:lvl4pPr>
              <a:defRPr sz="1400">
                <a:solidFill>
                  <a:srgbClr val="838383"/>
                </a:solidFill>
              </a:defRPr>
            </a:lvl4pPr>
            <a:lvl5pPr>
              <a:defRPr sz="1400">
                <a:solidFill>
                  <a:srgbClr val="838383"/>
                </a:solidFill>
              </a:defRPr>
            </a:lvl5pPr>
          </a:lstStyle>
          <a:p>
            <a:pPr lvl="0"/>
            <a:r>
              <a:rPr lang="es-ES"/>
              <a:t>Título del tema</a:t>
            </a:r>
          </a:p>
        </p:txBody>
      </p:sp>
    </p:spTree>
    <p:extLst>
      <p:ext uri="{BB962C8B-B14F-4D97-AF65-F5344CB8AC3E}">
        <p14:creationId xmlns:p14="http://schemas.microsoft.com/office/powerpoint/2010/main" val="3710088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6ECB5-36B7-5DE5-C679-37AB58236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159BF2-C46B-20C4-A0DF-6EECE3771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273CDF-9A0D-A114-D1B7-0A1B6476D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3205C-ADB9-4084-B0F8-18DE8D9C5431}" type="datetimeFigureOut">
              <a:rPr lang="es-ES" smtClean="0"/>
              <a:t>27/02/2026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B65221-9006-85F5-E98B-714D8CD6E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B6D8E6-7026-9885-F07C-C788077B2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6612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6759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866326"/>
            <a:ext cx="10515600" cy="1131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2219417"/>
            <a:ext cx="10515600" cy="3957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33166" y="102378"/>
            <a:ext cx="2743200" cy="435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838383"/>
                </a:solidFill>
                <a:latin typeface="+mj-lt"/>
              </a:defRPr>
            </a:lvl1pPr>
          </a:lstStyle>
          <a:p>
            <a:fld id="{A5F6AD21-0C94-462B-849C-96F42247F0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0070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004E9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89639F8-8852-EA41-2314-83927C1B1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8193" y="1344305"/>
            <a:ext cx="9638646" cy="2387600"/>
          </a:xfrm>
        </p:spPr>
        <p:txBody>
          <a:bodyPr/>
          <a:lstStyle/>
          <a:p>
            <a:r>
              <a:rPr lang="en-US"/>
              <a:t>DAM - M08 – </a:t>
            </a:r>
            <a:r>
              <a:rPr lang="en-US" err="1"/>
              <a:t>Applicaciones</a:t>
            </a:r>
            <a:r>
              <a:rPr lang="en-US"/>
              <a:t> </a:t>
            </a:r>
            <a:r>
              <a:rPr lang="en-US" err="1"/>
              <a:t>móviles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ADA2480-6BDD-0690-FB98-8334008856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8193" y="3731906"/>
            <a:ext cx="9029046" cy="982138"/>
          </a:xfrm>
        </p:spPr>
        <p:txBody>
          <a:bodyPr/>
          <a:lstStyle/>
          <a:p>
            <a:r>
              <a:rPr lang="en-US" dirty="0"/>
              <a:t>UF2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C7B231B-6E7A-F66A-79AE-E2F0D3FACE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58194" y="5254858"/>
            <a:ext cx="4632779" cy="1474787"/>
          </a:xfrm>
        </p:spPr>
        <p:txBody>
          <a:bodyPr/>
          <a:lstStyle/>
          <a:p>
            <a:r>
              <a:rPr lang="en-US" err="1"/>
              <a:t>Txema</a:t>
            </a:r>
            <a:r>
              <a:rPr lang="en-US"/>
              <a:t> Herrera</a:t>
            </a:r>
          </a:p>
        </p:txBody>
      </p:sp>
    </p:spTree>
    <p:extLst>
      <p:ext uri="{BB962C8B-B14F-4D97-AF65-F5344CB8AC3E}">
        <p14:creationId xmlns:p14="http://schemas.microsoft.com/office/powerpoint/2010/main" val="1942183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/>
          <p:cNvSpPr>
            <a:spLocks noGrp="1"/>
          </p:cNvSpPr>
          <p:nvPr/>
        </p:nvSpPr>
        <p:spPr bwMode="auto">
          <a:xfrm>
            <a:off x="2207568" y="2420888"/>
            <a:ext cx="8208838" cy="1133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5000" dirty="0" err="1">
                <a:latin typeface="Calibri" panose="020F0502020204030204" pitchFamily="34" charset="0"/>
              </a:rPr>
              <a:t>Firebase</a:t>
            </a:r>
            <a:endParaRPr lang="es-ES" altLang="es-ES" sz="5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697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9001973" cy="782637"/>
          </a:xfrm>
        </p:spPr>
        <p:txBody>
          <a:bodyPr/>
          <a:lstStyle/>
          <a:p>
            <a:pPr algn="l" eaLnBrk="1" hangingPunct="1">
              <a:defRPr/>
            </a:pPr>
            <a:r>
              <a:rPr lang="es-ES" sz="3000" dirty="0" err="1">
                <a:solidFill>
                  <a:srgbClr val="0070C0"/>
                </a:solidFill>
              </a:rPr>
              <a:t>Firebase</a:t>
            </a:r>
            <a:endParaRPr lang="es-ES" sz="3000" dirty="0">
              <a:solidFill>
                <a:srgbClr val="0070C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92DE1FB-E9B0-C74E-AC38-92FE4653E9C8}"/>
              </a:ext>
            </a:extLst>
          </p:cNvPr>
          <p:cNvSpPr txBox="1"/>
          <p:nvPr/>
        </p:nvSpPr>
        <p:spPr>
          <a:xfrm>
            <a:off x="983432" y="1196752"/>
            <a:ext cx="7726949" cy="4934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s-E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Crear un proyecto en </a:t>
            </a:r>
            <a:r>
              <a:rPr lang="es-E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Firebase</a:t>
            </a:r>
            <a:endParaRPr lang="ca-E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s-E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Crear un proyecto nuevo en Android Studio o </a:t>
            </a:r>
            <a:r>
              <a:rPr lang="es-E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Firebase</a:t>
            </a:r>
            <a:r>
              <a:rPr lang="es-E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Studio</a:t>
            </a:r>
            <a:endParaRPr lang="ca-E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s-E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Crear una base de datos en el proyecto de </a:t>
            </a:r>
            <a:r>
              <a:rPr lang="es-E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Firebase</a:t>
            </a:r>
            <a:r>
              <a:rPr lang="es-E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creado</a:t>
            </a:r>
            <a:endParaRPr lang="ca-E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s-E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Agregar conectores en Android Studio hacia el proyecto a usar</a:t>
            </a:r>
            <a:endParaRPr lang="ca-E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s-E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Realizar consultas contra la base de datos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endParaRPr lang="es-E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endParaRPr lang="es-E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228600" algn="l"/>
              </a:tabLst>
            </a:pPr>
            <a:r>
              <a:rPr lang="es-ES" sz="4000" dirty="0">
                <a:highlight>
                  <a:srgbClr val="00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OJO: A veces la conexión a internet deja de funcionar en el emulador y se ha de probar en un móvil físico</a:t>
            </a:r>
            <a:endParaRPr lang="ca-ES" sz="4000" dirty="0">
              <a:highlight>
                <a:srgbClr val="00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228600" algn="l"/>
              </a:tabLst>
            </a:pPr>
            <a:endParaRPr lang="ca-E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228600" algn="l"/>
              </a:tabLst>
            </a:pPr>
            <a:endParaRPr lang="ca-E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743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FF819-9B83-374C-3FF7-E3DB84AB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3C7E60F-F831-11AA-50A5-36AD3B0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19" y="245570"/>
            <a:ext cx="9001973" cy="782637"/>
          </a:xfrm>
        </p:spPr>
        <p:txBody>
          <a:bodyPr/>
          <a:lstStyle/>
          <a:p>
            <a:pPr algn="l" eaLnBrk="1" hangingPunct="1">
              <a:defRPr/>
            </a:pPr>
            <a:r>
              <a:rPr lang="es-ES" sz="3000" dirty="0" err="1">
                <a:solidFill>
                  <a:srgbClr val="0070C0"/>
                </a:solidFill>
              </a:rPr>
              <a:t>Firebase</a:t>
            </a:r>
            <a:r>
              <a:rPr lang="es-ES" sz="3000" dirty="0">
                <a:solidFill>
                  <a:srgbClr val="0070C0"/>
                </a:solidFill>
              </a:rPr>
              <a:t> Práctica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92DE1FB-E9B0-C74E-AC38-92FE4653E9C8}"/>
              </a:ext>
            </a:extLst>
          </p:cNvPr>
          <p:cNvSpPr txBox="1"/>
          <p:nvPr/>
        </p:nvSpPr>
        <p:spPr>
          <a:xfrm>
            <a:off x="526232" y="1142323"/>
            <a:ext cx="10762254" cy="5509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buSzPts val="1000"/>
              <a:tabLst>
                <a:tab pos="228600" algn="l"/>
              </a:tabLst>
            </a:pPr>
            <a:r>
              <a:rPr lang="es-ES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objetivo es realizar una funcionalidad lo más similar a un </a:t>
            </a:r>
            <a:r>
              <a:rPr lang="es-ES" noProof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kahoot</a:t>
            </a:r>
            <a:r>
              <a:rPr lang="es-ES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Constará de dos aplicaciones diferentes de móvil:</a:t>
            </a:r>
          </a:p>
          <a:p>
            <a:pPr marL="342900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 Servidor: simulará el servidor web del </a:t>
            </a:r>
            <a:r>
              <a:rPr lang="es-ES" noProof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kahoot</a:t>
            </a:r>
            <a:r>
              <a:rPr lang="es-ES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en donde se ha de ver los “clientes que se conecten”</a:t>
            </a:r>
          </a:p>
          <a:p>
            <a:pPr marL="342900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 Cliente: será la que usarán para conectarse al servidor</a:t>
            </a:r>
          </a:p>
          <a:p>
            <a:pPr marL="342900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 de creación de preguntas</a:t>
            </a:r>
            <a:endParaRPr lang="es-ES" noProof="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SzPts val="1000"/>
              <a:tabLst>
                <a:tab pos="228600" algn="l"/>
              </a:tabLst>
            </a:pPr>
            <a:endParaRPr lang="es-ES" noProof="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SzPts val="1000"/>
              <a:tabLst>
                <a:tab pos="228600" algn="l"/>
              </a:tabLst>
            </a:pP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Funcionalidad:</a:t>
            </a:r>
          </a:p>
          <a:p>
            <a:pPr marL="28575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Arrancamos el servidor, el cual está en modo </a:t>
            </a:r>
            <a:r>
              <a:rPr lang="es-ES" noProof="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listener</a:t>
            </a:r>
            <a:r>
              <a:rPr lang="es-ES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esperando que se conecten clientes. </a:t>
            </a:r>
          </a:p>
          <a:p>
            <a:pPr marL="28575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 cualquier momento el servidor tiene que tener la opción de empezar las preguntas</a:t>
            </a:r>
          </a:p>
          <a:p>
            <a:pPr marL="28575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servidor ha de generar un valor aleatorio que mostrará por pantalla.</a:t>
            </a:r>
          </a:p>
          <a:p>
            <a:pPr marL="28575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cliente ha de poder introducir el valor aleatorio del servidor y un nombre.</a:t>
            </a:r>
          </a:p>
          <a:p>
            <a:pPr marL="28575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Una vez introducido el valor del código y el nombre</a:t>
            </a: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se guardará en la </a:t>
            </a:r>
            <a:r>
              <a:rPr lang="es-E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bbdd</a:t>
            </a: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s-E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firebase</a:t>
            </a: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se mostrará en el servidor de forma instantánea.</a:t>
            </a:r>
          </a:p>
          <a:p>
            <a:pPr marL="28575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han de poder conectar más de </a:t>
            </a: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cliente usando el código generado por el servidor</a:t>
            </a:r>
          </a:p>
          <a:p>
            <a:pPr marL="28575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Una vez el servidor empiece las preguntas, estás les han de aparecer a todos los clientes conectados</a:t>
            </a:r>
          </a:p>
          <a:p>
            <a:pPr marL="285750" indent="-28575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Extra, lo que se te ocurra similar al </a:t>
            </a:r>
            <a:r>
              <a:rPr lang="es-E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kahoot</a:t>
            </a:r>
            <a:endParaRPr lang="es-ES" noProof="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228600" algn="l"/>
              </a:tabLst>
            </a:pPr>
            <a:endParaRPr lang="es-ES" noProof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228600" algn="l"/>
              </a:tabLst>
            </a:pPr>
            <a:endParaRPr lang="es-ES" noProof="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23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52563-A53B-4129-04E1-216FA5F4A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E0BDDE-9770-CC26-2A4B-82AC565E5B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B43FA38E-93C7-B916-F62B-4800EA695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19" y="245570"/>
            <a:ext cx="9001973" cy="782637"/>
          </a:xfrm>
        </p:spPr>
        <p:txBody>
          <a:bodyPr/>
          <a:lstStyle/>
          <a:p>
            <a:pPr algn="l" eaLnBrk="1" hangingPunct="1">
              <a:defRPr/>
            </a:pPr>
            <a:r>
              <a:rPr lang="es-ES" sz="3000" dirty="0" err="1">
                <a:solidFill>
                  <a:srgbClr val="0070C0"/>
                </a:solidFill>
              </a:rPr>
              <a:t>Firebase</a:t>
            </a:r>
            <a:r>
              <a:rPr lang="es-ES" sz="3000" dirty="0">
                <a:solidFill>
                  <a:srgbClr val="0070C0"/>
                </a:solidFill>
              </a:rPr>
              <a:t> Práctica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99639C-8FBC-6EA7-D97E-40A056A0361B}"/>
              </a:ext>
            </a:extLst>
          </p:cNvPr>
          <p:cNvSpPr txBox="1"/>
          <p:nvPr/>
        </p:nvSpPr>
        <p:spPr>
          <a:xfrm>
            <a:off x="526232" y="1142323"/>
            <a:ext cx="10762254" cy="5509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buSzPts val="1000"/>
              <a:tabLst>
                <a:tab pos="228600" algn="l"/>
              </a:tabLst>
            </a:pPr>
            <a:r>
              <a:rPr lang="es-ES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 se ha de entregar</a:t>
            </a:r>
          </a:p>
          <a:p>
            <a:pPr marL="342900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Documentación con los pasos de configuración detallados de </a:t>
            </a:r>
            <a:r>
              <a:rPr lang="es-ES" noProof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firebase</a:t>
            </a:r>
            <a:r>
              <a:rPr lang="es-ES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noProof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</a:t>
            </a:r>
            <a:r>
              <a:rPr lang="es-ES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de como se conecta las app a </a:t>
            </a:r>
            <a:r>
              <a:rPr lang="es-ES" noProof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firebase</a:t>
            </a:r>
            <a:r>
              <a:rPr lang="es-ES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Usa como base </a:t>
            </a: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documento BaseKahootConFirebaseStudio.docx o Firebase.docx	</a:t>
            </a:r>
          </a:p>
          <a:p>
            <a:pPr marL="342900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código en </a:t>
            </a:r>
            <a:r>
              <a:rPr lang="es-ES" noProof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github</a:t>
            </a:r>
            <a:endParaRPr lang="es-ES" noProof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Video demostrativo de que funciona. Se ha de ver la BBDD de </a:t>
            </a:r>
            <a:r>
              <a:rPr lang="es-E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firebase</a:t>
            </a: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uno o dos clientes y un servidor</a:t>
            </a:r>
          </a:p>
          <a:p>
            <a:pPr>
              <a:lnSpc>
                <a:spcPct val="107000"/>
              </a:lnSpc>
              <a:buSzPts val="1000"/>
              <a:tabLst>
                <a:tab pos="228600" algn="l"/>
              </a:tabLst>
            </a:pPr>
            <a:r>
              <a:rPr lang="es-ES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Puntos de la práctica</a:t>
            </a:r>
          </a:p>
          <a:p>
            <a:pPr marL="342900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Conexión. Ver que la conexión entre mi aplicación </a:t>
            </a:r>
            <a:r>
              <a:rPr lang="es-ES" noProof="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flutter</a:t>
            </a:r>
            <a:r>
              <a:rPr lang="es-ES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</a:t>
            </a:r>
            <a:r>
              <a:rPr lang="es-ES" noProof="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firebase</a:t>
            </a:r>
            <a:r>
              <a:rPr lang="es-ES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funciona. 1 punto</a:t>
            </a:r>
          </a:p>
          <a:p>
            <a:pPr marL="342900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Ver que al introducir el usuario el código del </a:t>
            </a:r>
            <a:r>
              <a:rPr lang="es-E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kahoot</a:t>
            </a: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su nombre, este aparece en la pantalla del servidor. 1 punto</a:t>
            </a:r>
          </a:p>
          <a:p>
            <a:pPr marL="342900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Documento explicativo de la configuración</a:t>
            </a: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1 punto</a:t>
            </a:r>
          </a:p>
          <a:p>
            <a:pPr marL="342900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 de creación de preguntas del </a:t>
            </a:r>
            <a:r>
              <a:rPr lang="es-ES" noProof="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kahoot</a:t>
            </a:r>
            <a:r>
              <a:rPr lang="es-ES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Si no se logra se puede introducir a manija las preguntas para probar. 2 puntos</a:t>
            </a:r>
          </a:p>
          <a:p>
            <a:pPr marL="342900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Jugar una partida de tres preguntas. 2 puntos</a:t>
            </a:r>
          </a:p>
          <a:p>
            <a:pPr marL="342900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Extras que se te ocurran. Preguntas </a:t>
            </a:r>
            <a:r>
              <a:rPr lang="es-E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multi-respuestas</a:t>
            </a:r>
            <a:r>
              <a:rPr lang="es-E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por ejemplo, … 2 puntos</a:t>
            </a:r>
          </a:p>
          <a:p>
            <a:pPr marL="342900" indent="-342900">
              <a:lnSpc>
                <a:spcPct val="107000"/>
              </a:lnSpc>
              <a:buSzPts val="1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s-ES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Video explicativo en inglés con demo. 3 puntos</a:t>
            </a:r>
          </a:p>
          <a:p>
            <a:pPr>
              <a:lnSpc>
                <a:spcPct val="107000"/>
              </a:lnSpc>
              <a:buSzPts val="1000"/>
              <a:tabLst>
                <a:tab pos="228600" algn="l"/>
              </a:tabLst>
            </a:pPr>
            <a:endParaRPr lang="es-ES" noProof="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228600" algn="l"/>
              </a:tabLst>
            </a:pPr>
            <a:endParaRPr lang="es-ES" noProof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228600" algn="l"/>
              </a:tabLst>
            </a:pPr>
            <a:endParaRPr lang="es-ES" noProof="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650590"/>
      </p:ext>
    </p:extLst>
  </p:cSld>
  <p:clrMapOvr>
    <a:masterClrMapping/>
  </p:clrMapOvr>
</p:sld>
</file>

<file path=ppt/theme/theme1.xml><?xml version="1.0" encoding="utf-8"?>
<a:theme xmlns:a="http://schemas.openxmlformats.org/drawingml/2006/main" name="M20_P_FP_CAT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50000"/>
          </a:lnSpc>
          <a:defRPr dirty="0" smtClean="0">
            <a:solidFill>
              <a:srgbClr val="838383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20_P_FP_CAT" id="{E1A703D2-DCA9-47FD-8365-EEA526BFC89C}" vid="{592018BE-9F3F-46EC-8656-92BFEC8FE2B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M20_P_FP_CAT</Template>
  <TotalTime>1166</TotalTime>
  <Words>447</Words>
  <Application>Microsoft Office PowerPoint</Application>
  <PresentationFormat>Panorámica</PresentationFormat>
  <Paragraphs>43</Paragraphs>
  <Slides>5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M20_P_FP_CAT</vt:lpstr>
      <vt:lpstr>DAM - M08 – Applicaciones móviles</vt:lpstr>
      <vt:lpstr>Presentación de PowerPoint</vt:lpstr>
      <vt:lpstr>Firebase</vt:lpstr>
      <vt:lpstr>Firebase Práctica</vt:lpstr>
      <vt:lpstr>Firebase Práctica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ASIX - M09 - Implantació Web</dc:title>
  <dc:creator>Josep Maria Herrera Marimon</dc:creator>
  <cp:lastModifiedBy>Josep Maria Herrera Marimon</cp:lastModifiedBy>
  <cp:revision>2</cp:revision>
  <dcterms:created xsi:type="dcterms:W3CDTF">2022-07-28T16:44:08Z</dcterms:created>
  <dcterms:modified xsi:type="dcterms:W3CDTF">2026-02-27T16:17:25Z</dcterms:modified>
</cp:coreProperties>
</file>